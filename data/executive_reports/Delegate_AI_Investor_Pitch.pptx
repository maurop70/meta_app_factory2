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667EEA"/>
                </a:solidFill>
                <a:latin typeface="Inter"/>
              </a:defRPr>
            </a:pPr>
            <a:r>
              <a:t>Antigravity-AI — Investor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  <a:latin typeface="Roboto"/>
              </a:defRPr>
            </a:pPr>
            <a:r>
              <a:t>Autonomous Intelligence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March 11,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67EEA"/>
                </a:solidFill>
                <a:latin typeface="Inter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Roboto"/>
              </a:defRPr>
            </a:pPr>
            <a:r>
              <a:t>  18-agent autonomous AI network managing trading, analysis, and operations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Roboto"/>
              </a:defRPr>
            </a:pPr>
            <a:r>
              <a:t>  Processing 50+ actionable signals/day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Roboto"/>
              </a:defRPr>
            </a:pPr>
            <a:r>
              <a:t>  Self-healing infrastructure with 99.7% uptime target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Roboto"/>
              </a:defRPr>
            </a:pPr>
            <a:r>
              <a:t>  Emotional intelligence layer adapting to operator stress in real-time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Roboto"/>
              </a:defRPr>
            </a:pPr>
            <a:r>
              <a:t>  Projected ROI: 340% Year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67EEA"/>
                </a:solidFill>
                <a:latin typeface="Inter"/>
              </a:defRPr>
            </a:pPr>
            <a:r>
              <a:t>Scalable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Roboto"/>
              </a:defRPr>
            </a:pPr>
            <a:r>
              <a:t>  V7 Agent Skills Router — 18 specialist agents with load balancing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Roboto"/>
              </a:defRPr>
            </a:pPr>
            <a:r>
              <a:t>  Delegate AI Orchestrator for performance-based task routing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Roboto"/>
              </a:defRPr>
            </a:pPr>
            <a:r>
              <a:t>  Leitner spaced-repetition error memory (5-level triage)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Roboto"/>
              </a:defRPr>
            </a:pPr>
            <a:r>
              <a:t>  Visual Mapping Protocol for orphaned/bottleneck detection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Roboto"/>
              </a:defRPr>
            </a:pPr>
            <a:r>
              <a:t>  Circuit breaker pattern preventing cascade failures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67EEA"/>
                </a:solidFill>
                <a:latin typeface="Inter"/>
              </a:defRPr>
            </a:pPr>
            <a:r>
              <a:t>Market Intelligence (GeoTalent)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Roboto"/>
              </a:defRPr>
            </a:pPr>
            <a:r>
              <a:t>  Skill Gap Analyzer scanning MASTER_INDEX for systemic weaknesses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Roboto"/>
              </a:defRPr>
            </a:pPr>
            <a:r>
              <a:t>  Market Trends Monitor tracking 2026 AI standards (LLMs, frameworks)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Roboto"/>
              </a:defRPr>
            </a:pPr>
            <a:r>
              <a:t>  News Bureau Chief filtering global events for actionable signals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Roboto"/>
              </a:defRPr>
            </a:pPr>
            <a:r>
              <a:t>  Auto-triggered context refresh on high-impact events (score &gt;= 7)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Roboto"/>
              </a:defRPr>
            </a:pPr>
            <a:r>
              <a:t>  DataValidationEngine blocking decisions on unreliable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67EEA"/>
                </a:solidFill>
                <a:latin typeface="Inter"/>
              </a:defRPr>
            </a:pPr>
            <a:r>
              <a:t>Financial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Roboto"/>
              </a:defRPr>
            </a:pPr>
            <a:r>
              <a:t>  Break-even: Month 2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Roboto"/>
              </a:defRPr>
            </a:pPr>
            <a:r>
              <a:t>  Year 1 Revenue: $1.2M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Roboto"/>
              </a:defRPr>
            </a:pPr>
            <a:r>
              <a:t>  Gross Margin: 68%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Roboto"/>
              </a:defRPr>
            </a:pPr>
            <a:r>
              <a:t>  Cost per agent: $0.02/decision (token-efficient)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Roboto"/>
              </a:defRPr>
            </a:pPr>
            <a:r>
              <a:t>  Infrastructure: Google Cloud + N8N orchestration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67EEA"/>
                </a:solidFill>
                <a:latin typeface="Inter"/>
              </a:defRPr>
            </a:pPr>
            <a:r>
              <a:t>Growth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Roboto"/>
              </a:defRPr>
            </a:pPr>
            <a:r>
              <a:t>  Q2 2026: Multi-tenant SaaS deployment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Roboto"/>
              </a:defRPr>
            </a:pPr>
            <a:r>
              <a:t>  Q3 2026: API marketplace for agent skills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Roboto"/>
              </a:defRPr>
            </a:pPr>
            <a:r>
              <a:t>  Q4 2026: Enterprise compliance certification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  <a:latin typeface="Roboto"/>
              </a:defRPr>
            </a:pPr>
            <a:r>
              <a:t>  2027: International expansion with localized agents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667EEA"/>
                </a:solidFill>
                <a:latin typeface="Inter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748B"/>
                </a:solidFill>
                <a:latin typeface="Roboto"/>
              </a:defRPr>
            </a:pPr>
            <a:r>
              <a:t>Antigravity-AI | Autonomous Intelligence Infrastructure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