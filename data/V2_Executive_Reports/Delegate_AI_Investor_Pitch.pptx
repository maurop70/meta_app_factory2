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- Investor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18-agent autonomous AI network (V7 Router)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Processing 50+ actionable signals/day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Self-healing infrastructure with 99.7% uptime target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2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Projected ROI: 340%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Scalable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V7 Agent Skills Router -&gt; 18 specialist agents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Delegate AI Orchestrator for performance-based routing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Leitner spaced-repetition error memory (5-level triage)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DataValidationEngine: Signal Warnings on bad data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News Bureau Chief: auto-triggered context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2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Year 1 Revenue: $1.2M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Gross Margin: 68%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 per agent: $0.02/decision (token-efficient)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See attached XLSX: 12-month P&amp;L + Charts</a:t>
            </a:r>
          </a:p>
          <a:p>
            <a:pPr>
              <a:defRPr sz="1000" i="1">
                <a:solidFill>
                  <a:srgbClr val="10B981"/>
                </a:solidFill>
              </a:defRPr>
            </a:pPr>
            <a:r>
              <a:t>    Linked: Delegate_AI_2026_Projections_V2.xlsx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Base Case: 74.9% margin, Month 2 break-even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+50%: Margin shrinks but remains profitable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Doubled: Still positive annual net profit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Revenue -20%: Margin compressed, breakeven delayed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Full scenario modeling in attached spreadsheet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Q2 2026: Multi-tenant SaaS deployment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Q3 2026: API marketplace for agent skills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Q4 2026: Enterprise compliance certification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2027: International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