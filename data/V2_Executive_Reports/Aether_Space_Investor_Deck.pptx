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Inter"/>
              </a:defRPr>
            </a:pPr>
            <a:r>
              <a:t>Antigravity-AI - Investor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Roboto"/>
              </a:defRPr>
            </a:pPr>
            <a:r>
              <a:t>Autonomous Intelligence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March 24,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18-agent autonomous AI network (V7 Router)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Processing 150+ actionable signals/day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Self-healing infrastructure with 99.7% uptime target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Break-even: Month 5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Projected ROI: 450% Year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Scalable 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V7 Agent Skills Router -&gt; 18 specialist agents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Delegate AI Orchestrator for performance-based routing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Leitner spaced-repetition error memory (5-level triage)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DataValidationEngine: Signal Warnings on bad data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News Bureau Chief: auto-triggered context refresh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Agent Network Architecture (V7)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920240" cy="36576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CEO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3464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CFO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8328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3192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Aether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48056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Delegate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2920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EQ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1828800"/>
            <a:ext cx="1920240" cy="36576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Intelligence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228600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GeoTalent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283464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News Bureau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338328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Deep Crawler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393192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Researcher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828800"/>
            <a:ext cx="1920240" cy="36576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79" y="228600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Critic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79" y="283464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Compliance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79" y="338328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Librarian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59" y="1828800"/>
            <a:ext cx="1920240" cy="36576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Executive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7999" y="228600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Presentations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7999" y="283464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CX Strategist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7999" y="338328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CMO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1828800"/>
            <a:ext cx="1920240" cy="36576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Creative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19" y="228600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Designer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19" y="283464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Data Architect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Break-even: Month 5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Year 1 Revenue: $$0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Gross Margin: 72%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Cost per agent: $0.02/decision (token-efficient)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See attached XLSX: 12-month P&amp;L + Charts</a:t>
            </a:r>
          </a:p>
          <a:p>
            <a:pPr>
              <a:defRPr sz="1000" i="1">
                <a:solidFill>
                  <a:srgbClr val="10B981"/>
                </a:solidFill>
              </a:defRPr>
            </a:pPr>
            <a:r>
              <a:t>    Linked: Delegate_AI_2026_Projections_V2.xlsx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Sensitivity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Base Case: 74.9% margin, Month 2 break-even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Costs +50%: Margin shrinks but remains profitable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Costs Doubled: Still positive annual net profit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Revenue -20%: Margin compressed, breakeven delayed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Full scenario modeling in attached spreadsheet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Growth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Q2 2026: Multi-tenant SaaS deployment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Q3 2026: API marketplace for agent skills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Q4 2026: Enterprise compliance certification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2027: International expansion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Roboto"/>
              </a:defRPr>
            </a:pPr>
            <a:r>
              <a:t>Antigravity-AI | Autonomous Intelligence Infrastructure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