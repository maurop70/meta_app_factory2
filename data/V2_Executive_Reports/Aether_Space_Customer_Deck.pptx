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"/>
              </a:defRPr>
            </a:pPr>
            <a:r>
              <a:t>Antigravity-AI - Customer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Autonomous Intelligence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March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Welcome to Antigravity-AI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Your intelligent assistant that adapts to you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18 specialized agents working seamlessly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Beautiful dashboards, simple controls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Your data stays private -- always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Intuitive Dashboard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Omni-Dashboard: see all agents at a glance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Real-time stress monitoring adapts tone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One-click context refresh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Dark mode for extended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Agent Network Architecture (V7)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CFO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Aether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8056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Delegate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EQ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GeoTalent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News Bureau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Deep Crawler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93192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Researcher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Critic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79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Librarian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59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799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Presentations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799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CX Strategist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7999" y="338328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CMO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828800"/>
            <a:ext cx="1920240" cy="3657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Creative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19" y="228600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Designer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19" y="2834640"/>
            <a:ext cx="1737360" cy="365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0E0E0"/>
                </a:solidFill>
              </a:defRPr>
            </a:pPr>
            <a:r>
              <a:t>Data Architect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Your Data is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PIIMasker: auto-redaction on all outputs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FernetVault: encrypted API key storage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No external data leaves unmasked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Compliance-ready audit trails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1. Launch Meta App Factory dashboard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2. Review agent network health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3. Set notification preferences</a:t>
            </a:r>
          </a:p>
          <a:p>
            <a:pPr>
              <a:spcAft>
                <a:spcPts val="1200"/>
              </a:spcAft>
              <a:defRPr sz="1500">
                <a:solidFill>
                  <a:srgbClr val="C0C8E0"/>
                </a:solidFill>
                <a:latin typeface="Roboto"/>
              </a:defRPr>
            </a:pPr>
            <a:r>
              <a:t>    4. Let the system work for you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Antigravity-AI | Autonomous Intelligence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